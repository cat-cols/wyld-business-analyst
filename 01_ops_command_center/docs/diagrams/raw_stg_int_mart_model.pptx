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7FB"/>
          </a:solidFill>
          <a:ln w="12700">
            <a:solidFill>
              <a:srgbClr val="F6F7F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Wyld repo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44752"/>
            <a:ext cx="5669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raw → stg → int → mart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</a:rPr>
              <a:t>A simple architecture view you can open in Google Slides and keep refining as the repo evolves.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699248" y="3154680"/>
            <a:ext cx="182880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061704" y="3154680"/>
            <a:ext cx="182880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0424160" y="3154680"/>
            <a:ext cx="182880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37960" y="1005840"/>
            <a:ext cx="1143000" cy="4297680"/>
          </a:xfrm>
          <a:prstGeom prst="roundRect">
            <a:avLst>
              <a:gd name="adj" fmla="val 640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11112" y="123444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RAW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611112" y="2057400"/>
            <a:ext cx="996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Messy source drops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raw.* tables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57416" y="4251960"/>
            <a:ext cx="70408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30568" y="4288536"/>
            <a:ext cx="557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Phase 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00416" y="1005840"/>
            <a:ext cx="1143000" cy="4297680"/>
          </a:xfrm>
          <a:prstGeom prst="roundRect">
            <a:avLst>
              <a:gd name="adj" fmla="val 640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973568" y="123444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STG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973568" y="2057400"/>
            <a:ext cx="996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Typed standardization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flags + cleanup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19872" y="4251960"/>
            <a:ext cx="70408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93024" y="4288536"/>
            <a:ext cx="557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Phase 2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262872" y="1005840"/>
            <a:ext cx="1143000" cy="4297680"/>
          </a:xfrm>
          <a:prstGeom prst="roundRect">
            <a:avLst>
              <a:gd name="adj" fmla="val 6400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36024" y="123444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36024" y="2057400"/>
            <a:ext cx="996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Shared business keys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conformed logic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82328" y="4251960"/>
            <a:ext cx="70408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4288536"/>
            <a:ext cx="557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Phase 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625328" y="1005840"/>
            <a:ext cx="1143000" cy="4297680"/>
          </a:xfrm>
          <a:prstGeom prst="roundRect">
            <a:avLst>
              <a:gd name="adj" fmla="val 640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98480" y="1234440"/>
            <a:ext cx="9966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MART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698480" y="2057400"/>
            <a:ext cx="996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Consumption facts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KPIs + controls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0844784" y="4251960"/>
            <a:ext cx="704088" cy="2743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17936" y="4288536"/>
            <a:ext cx="5577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Phase 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How the repo flows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Each layer has a job: clean, align, then publish.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118104" y="3794760"/>
            <a:ext cx="155448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6016752" y="3794760"/>
            <a:ext cx="155448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8915400" y="3794760"/>
            <a:ext cx="155448" cy="0"/>
          </a:xfrm>
          <a:prstGeom prst="line">
            <a:avLst/>
          </a:prstGeom>
          <a:noFill/>
          <a:ln w="279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" y="1325880"/>
            <a:ext cx="2670048" cy="4892040"/>
          </a:xfrm>
          <a:prstGeom prst="roundRect">
            <a:avLst>
              <a:gd name="adj" fmla="val 2740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" y="1435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RAW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17190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Phase 1 · messy extracts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2011680"/>
            <a:ext cx="2395728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data/source_extracts/** incoming files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raw.sales_distributor_extract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raw.pos_transactions_csv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raw.inventory_erp_snapshot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raw.timeclock_punches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10128" y="1325880"/>
            <a:ext cx="2670048" cy="4892040"/>
          </a:xfrm>
          <a:prstGeom prst="roundRect">
            <a:avLst>
              <a:gd name="adj" fmla="val 2740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474720" y="1435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STG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17190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Phase 2 · standardize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6432" y="2011680"/>
            <a:ext cx="2395728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stg_sales_distributor.sql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stg_pos_transactions.sql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stg_inventory_erp.sql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stg_timeclock_punches.sql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typed columns + QA flags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8776" y="1325880"/>
            <a:ext cx="2670048" cy="4892040"/>
          </a:xfrm>
          <a:prstGeom prst="roundRect">
            <a:avLst>
              <a:gd name="adj" fmla="val 2740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1435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INT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73368" y="17190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Phase 3 · conformance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2011680"/>
            <a:ext cx="2395728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int_sales_distributor_dedup.sql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int_pos_dedup.sql / int_pos_daily.sql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int_inventory_snapshot_dedup.sql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int_labor_daily.sql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finish the bridge: int_sales_conformed.sql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07424" y="1325880"/>
            <a:ext cx="2670048" cy="4892040"/>
          </a:xfrm>
          <a:prstGeom prst="roundRect">
            <a:avLst>
              <a:gd name="adj" fmla="val 2740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72016" y="1435608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MART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72016" y="1719072"/>
            <a:ext cx="234086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</a:rPr>
              <a:t>Phase 4 · consumption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253728" y="2011680"/>
            <a:ext cx="2395728" cy="4069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fact_sales_distributor_daily.sql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fact_sales_pos_daily.sql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fact_labor_daily.sql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fact_inventory_snapshot_daily.sql</a:t>
            </a:r>
            <a:endParaRPr lang="en-US" sz="1050" dirty="0"/>
          </a:p>
          <a:p>
            <a:pPr marL="127000" indent="-127000"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</a:rPr>
              <a:t>kpi_sales_per_labor_hour_daily.sql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983480" y="6373368"/>
            <a:ext cx="2240280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6632" y="6409944"/>
            <a:ext cx="20939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Power BI consumes MART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</a:rPr>
              <a:t>Sales example: one path through the repo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This is the cleanest story to show first in Google Slides.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783080" y="2331720"/>
            <a:ext cx="1124712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681728" y="2331720"/>
            <a:ext cx="1124712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580376" y="2331720"/>
            <a:ext cx="1124712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58368" y="150876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FDE68A"/>
          </a:solidFill>
          <a:ln w="12700">
            <a:solidFill>
              <a:srgbClr val="FDE68A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68096" y="16002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RAW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68096" y="201168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raw.sales_distributor_extract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raw.pos_transactions_csv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44368" y="150876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BFDBFE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54096" y="16002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54096" y="201168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stg_sales_distributor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stg_pos_transactions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30368" y="150876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340096" y="16002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40096" y="201168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int_sales_distributor_dedup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int_pos_dedup → int_pos_daily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int_sales_conformed (to finish)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516368" y="1508760"/>
            <a:ext cx="2103120" cy="1691640"/>
          </a:xfrm>
          <a:prstGeom prst="roundRect">
            <a:avLst>
              <a:gd name="adj" fmla="val 4324"/>
            </a:avLst>
          </a:prstGeom>
          <a:solidFill>
            <a:srgbClr val="BBF7D0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9050" dist="635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26096" y="1600200"/>
            <a:ext cx="18836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626096" y="2011680"/>
            <a:ext cx="188366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fact_sales_distributor_daily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fact_sales_pos_daily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fact_sales_daily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4400" y="4023360"/>
            <a:ext cx="10332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170432" y="4279392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</a:rPr>
              <a:t>What to say out loud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4590288"/>
            <a:ext cx="7223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</a:rPr>
              <a:t>“Raw files land messy. STG makes them typed and predictable. INT aligns shared business keys. MART publishes stable facts and KPIs for Power BI.”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69680" y="4315968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42832" y="4352544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Start with Sales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69680" y="4690872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42832" y="4727448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Then add Labor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869680" y="5065776"/>
            <a:ext cx="1719072" cy="274320"/>
          </a:xfrm>
          <a:prstGeom prst="roundRect">
            <a:avLst>
              <a:gd name="adj" fmla="val 20000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42832" y="5102352"/>
            <a:ext cx="15727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Then add Inventory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Wyld raw-stg-int-mart model</dc:title>
  <dc:subject>Wyld repo architecture</dc:subject>
  <dc:creator>OpenAI</dc:creator>
  <cp:lastModifiedBy>OpenAI</cp:lastModifiedBy>
  <cp:revision>1</cp:revision>
  <dcterms:created xsi:type="dcterms:W3CDTF">2026-03-10T01:27:24Z</dcterms:created>
  <dcterms:modified xsi:type="dcterms:W3CDTF">2026-03-10T01:27:24Z</dcterms:modified>
</cp:coreProperties>
</file>